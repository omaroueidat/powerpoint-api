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63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88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190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75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191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78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469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261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499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69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63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11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5F50C0-8ACE-43D8-BFAC-30987ADFE5F1}" type="datetimeFigureOut">
              <a:rPr lang="en-US" smtClean="0"/>
              <a:t>8/31/2024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5CEA6C-A138-4D3E-A409-39555ED08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9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9C76C-D4BE-4EFE-8672-42D30F7B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eirut"/>
              </a:rPr>
              <a:t>Output Slide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F28E0ACD-8E8A-4250-ACFC-350966E2223A}"/>
              </a:ext>
            </a:extLst>
          </p:cNvPr>
          <p:cNvSpPr/>
          <p:nvPr/>
        </p:nvSpPr>
        <p:spPr>
          <a:xfrm>
            <a:off x="458569" y="1712339"/>
            <a:ext cx="3000000" cy="1500000"/>
          </a:xfrm>
          <a:prstGeom prst="homePlat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  <a:t>Begin</a:t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54D0B5FE-0C64-4787-99F7-CE35F3C0FE28}"/>
              </a:ext>
            </a:extLst>
          </p:cNvPr>
          <p:cNvSpPr/>
          <p:nvPr/>
        </p:nvSpPr>
        <p:spPr>
          <a:xfrm>
            <a:off x="2329069" y="1712339"/>
            <a:ext cx="3000000" cy="1500000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  <a:t>Step 1</a:t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8004720-50BD-4740-A8E2-16D8718996DA}"/>
              </a:ext>
            </a:extLst>
          </p:cNvPr>
          <p:cNvSpPr/>
          <p:nvPr/>
        </p:nvSpPr>
        <p:spPr>
          <a:xfrm>
            <a:off x="4031975" y="1712339"/>
            <a:ext cx="3000000" cy="1500000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  <a:t>Step 2</a:t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id="{BE21E316-0199-4322-8D0C-02729AC29B48}"/>
              </a:ext>
            </a:extLst>
          </p:cNvPr>
          <p:cNvSpPr/>
          <p:nvPr/>
        </p:nvSpPr>
        <p:spPr>
          <a:xfrm>
            <a:off x="6150379" y="1712339"/>
            <a:ext cx="3000000" cy="1500000"/>
          </a:xfrm>
          <a:prstGeom prst="chevr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  <a:t>Done</a:t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92594-6C62-E547-8EB0-D18626DD5308}"/>
              </a:ext>
            </a:extLst>
          </p:cNvPr>
          <p:cNvSpPr txBox="1"/>
          <p:nvPr/>
        </p:nvSpPr>
        <p:spPr>
          <a:xfrm>
            <a:off x="408013" y="3700095"/>
            <a:ext cx="15276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1" dirty="0">
                <a:latin typeface="Beirut"/>
              </a:rPr>
              <a:t>Start here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1" dirty="0">
                <a:latin typeface="Beirut"/>
              </a:rPr>
              <a:t>Maybe not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1" dirty="0">
                <a:latin typeface="Beirut"/>
              </a:rPr>
              <a:t>Lobster roll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1" dirty="0">
                <a:latin typeface="Beirut"/>
              </a:rPr>
              <a:t>C#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BA230D-4624-154A-8BE6-896453628170}"/>
              </a:ext>
            </a:extLst>
          </p:cNvPr>
          <p:cNvSpPr txBox="1"/>
          <p:nvPr/>
        </p:nvSpPr>
        <p:spPr>
          <a:xfrm>
            <a:off x="1953637" y="3700095"/>
            <a:ext cx="15276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•"/>
            </a:pPr>
            <a:r>
              <a:rPr lang="en-US" b="0" i="1" dirty="0">
                <a:latin typeface="Beirut"/>
              </a:rPr>
              <a:t>Start here</a:t>
            </a:r>
          </a:p>
          <a:p>
            <a:pPr marL="285750" indent="-285750">
              <a:buFont typeface="Wingdings" pitchFamily="2" charset="2"/>
              <a:buChar char="•"/>
            </a:pPr>
            <a:r>
              <a:rPr lang="en-US" b="0" i="1" dirty="0">
                <a:latin typeface="Beirut"/>
              </a:rPr>
              <a:t>Maybe not</a:t>
            </a:r>
          </a:p>
          <a:p>
            <a:pPr marL="285750" indent="-285750">
              <a:buFont typeface="Wingdings" pitchFamily="2" charset="2"/>
              <a:buChar char="•"/>
            </a:pPr>
            <a:r>
              <a:rPr lang="en-US" b="0" i="1" dirty="0">
                <a:latin typeface="Beirut"/>
              </a:rPr>
              <a:t>Lobster roll</a:t>
            </a:r>
          </a:p>
          <a:p>
            <a:pPr marL="285750" indent="-285750">
              <a:buFont typeface="Wingdings" pitchFamily="2" charset="2"/>
              <a:buChar char="•"/>
            </a:pPr>
            <a:r>
              <a:rPr lang="en-US" b="0" i="1" dirty="0">
                <a:latin typeface="Beirut"/>
              </a:rPr>
              <a:t>C#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D057CB-307C-DE48-9849-703EEEF19F18}"/>
              </a:ext>
            </a:extLst>
          </p:cNvPr>
          <p:cNvSpPr txBox="1"/>
          <p:nvPr/>
        </p:nvSpPr>
        <p:spPr>
          <a:xfrm>
            <a:off x="3858886" y="3700095"/>
            <a:ext cx="15276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Char char="•"/>
            </a:pPr>
            <a:r>
              <a:rPr lang="en-US" b="0" i="1" dirty="0">
                <a:latin typeface="Beirut"/>
              </a:rPr>
              <a:t>Start here</a:t>
            </a:r>
          </a:p>
          <a:p>
            <a:pPr marL="342900" indent="-342900">
              <a:buFont typeface="+mj-lt"/>
              <a:buChar char="•"/>
            </a:pPr>
            <a:r>
              <a:rPr lang="en-US" b="0" i="1" dirty="0">
                <a:latin typeface="Beirut"/>
              </a:rPr>
              <a:t>Maybe not</a:t>
            </a:r>
          </a:p>
          <a:p>
            <a:pPr marL="342900" indent="-342900">
              <a:buFont typeface="+mj-lt"/>
              <a:buChar char="•"/>
            </a:pPr>
            <a:r>
              <a:rPr lang="en-US" b="0" i="1" dirty="0">
                <a:latin typeface="Beirut"/>
              </a:rPr>
              <a:t>Lobster roll</a:t>
            </a:r>
          </a:p>
          <a:p>
            <a:pPr marL="342900" indent="-342900">
              <a:buFont typeface="+mj-lt"/>
              <a:buChar char="•"/>
            </a:pPr>
            <a:r>
              <a:rPr lang="en-US" b="0" i="1" dirty="0">
                <a:latin typeface="Beirut"/>
              </a:rPr>
              <a:t>C#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80B2B6-F341-0C49-93FE-106861E7AD43}"/>
              </a:ext>
            </a:extLst>
          </p:cNvPr>
          <p:cNvSpPr txBox="1"/>
          <p:nvPr/>
        </p:nvSpPr>
        <p:spPr>
          <a:xfrm>
            <a:off x="6150379" y="3700095"/>
            <a:ext cx="15276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latin typeface="Beirut"/>
              </a:rPr>
              <a:t>Start here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latin typeface="Beirut"/>
              </a:rPr>
              <a:t>Maybe not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latin typeface="Beirut"/>
              </a:rPr>
              <a:t>Lobster roll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dirty="0">
                <a:latin typeface="Beirut"/>
              </a:rPr>
              <a:t>C#</a:t>
            </a:r>
          </a:p>
        </p:txBody>
      </p:sp>
    </p:spTree>
    <p:extLst>
      <p:ext uri="{BB962C8B-B14F-4D97-AF65-F5344CB8AC3E}">
        <p14:creationId xmlns:p14="http://schemas.microsoft.com/office/powerpoint/2010/main" val="4076753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40</Words>
  <Application>Microsoft Office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Input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Output Slide</dc:title>
  <dc:creator>user</dc:creator>
  <cp:lastModifiedBy>user</cp:lastModifiedBy>
  <cp:revision>4</cp:revision>
  <dcterms:created xsi:type="dcterms:W3CDTF">2024-08-29T18:15:45Z</dcterms:created>
  <dcterms:modified xsi:type="dcterms:W3CDTF">2024-08-31T17:34:44Z</dcterms:modified>
</cp:coreProperties>
</file>