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6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8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90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5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9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69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61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9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1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F50C0-8ACE-43D8-BFAC-30987ADFE5F1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CEA6C-A138-4D3E-A409-39555ED08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97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9C76C-D4BE-4EFE-8672-42D30F7B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>
                <a:latin typeface="Beirut"/>
              </a:rPr>
              <a:t>Output Slide</a:t>
            </a:r>
            <a:endParaRPr lang="en-US" dirty="0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F28E0ACD-8E8A-4250-ACFC-350966E2223A}"/>
              </a:ext>
            </a:extLst>
          </p:cNvPr>
          <p:cNvSpPr/>
          <p:nvPr/>
        </p:nvSpPr>
        <p:spPr>
          <a:xfrm>
            <a:off x="458569" y="1712339"/>
            <a:ext cx="2009648" cy="144693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54D0B5FE-0C64-4787-99F7-CE35F3C0FE28}"/>
              </a:ext>
            </a:extLst>
          </p:cNvPr>
          <p:cNvSpPr/>
          <p:nvPr/>
        </p:nvSpPr>
        <p:spPr>
          <a:xfrm>
            <a:off x="2329069" y="1843119"/>
            <a:ext cx="1785731" cy="144693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8004720-50BD-4740-A8E2-16D8718996DA}"/>
              </a:ext>
            </a:extLst>
          </p:cNvPr>
          <p:cNvSpPr/>
          <p:nvPr/>
        </p:nvSpPr>
        <p:spPr>
          <a:xfrm>
            <a:off x="4031975" y="1590261"/>
            <a:ext cx="2009648" cy="1569014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BE21E316-0199-4322-8D0C-02729AC29B48}"/>
              </a:ext>
            </a:extLst>
          </p:cNvPr>
          <p:cNvSpPr/>
          <p:nvPr/>
        </p:nvSpPr>
        <p:spPr>
          <a:xfrm>
            <a:off x="6150379" y="1933088"/>
            <a:ext cx="2635812" cy="144693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099997-0C0C-45A9-835E-EF48E8FB23A0}"/>
              </a:ext>
            </a:extLst>
          </p:cNvPr>
          <p:cNvSpPr txBox="1"/>
          <p:nvPr/>
        </p:nvSpPr>
        <p:spPr>
          <a:xfrm>
            <a:off x="568870" y="2074144"/>
            <a:ext cx="12059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Begin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B7680-6F98-40B2-8C21-4A86FF3A15FF}"/>
              </a:ext>
            </a:extLst>
          </p:cNvPr>
          <p:cNvSpPr txBox="1"/>
          <p:nvPr/>
        </p:nvSpPr>
        <p:spPr>
          <a:xfrm>
            <a:off x="2670315" y="2435807"/>
            <a:ext cx="12059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Step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00193-843C-4ED4-B1B7-FBEFE847CB11}"/>
              </a:ext>
            </a:extLst>
          </p:cNvPr>
          <p:cNvSpPr txBox="1"/>
          <p:nvPr/>
        </p:nvSpPr>
        <p:spPr>
          <a:xfrm>
            <a:off x="4662824" y="2128546"/>
            <a:ext cx="12059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Step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25653-1887-419D-9BE6-DD64C123F14C}"/>
              </a:ext>
            </a:extLst>
          </p:cNvPr>
          <p:cNvSpPr txBox="1"/>
          <p:nvPr/>
        </p:nvSpPr>
        <p:spPr>
          <a:xfrm>
            <a:off x="7002407" y="2618048"/>
            <a:ext cx="12059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Done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92594-6C62-E547-8EB0-D18626DD5308}"/>
              </a:ext>
            </a:extLst>
          </p:cNvPr>
          <p:cNvSpPr txBox="1"/>
          <p:nvPr/>
        </p:nvSpPr>
        <p:spPr>
          <a:xfrm>
            <a:off x="408013" y="3700095"/>
            <a:ext cx="15276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Start 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Maybe 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Lobster roll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C#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BA230D-4624-154A-8BE6-896453628170}"/>
              </a:ext>
            </a:extLst>
          </p:cNvPr>
          <p:cNvSpPr txBox="1"/>
          <p:nvPr/>
        </p:nvSpPr>
        <p:spPr>
          <a:xfrm>
            <a:off x="1953637" y="3796190"/>
            <a:ext cx="15276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i="1" dirty="0"/>
              <a:t>Start here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i="1" dirty="0"/>
              <a:t>Maybe not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i="1" dirty="0"/>
              <a:t>Lobster roll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i="1" dirty="0"/>
              <a:t>C#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D057CB-307C-DE48-9849-703EEEF19F18}"/>
              </a:ext>
            </a:extLst>
          </p:cNvPr>
          <p:cNvSpPr txBox="1"/>
          <p:nvPr/>
        </p:nvSpPr>
        <p:spPr>
          <a:xfrm>
            <a:off x="3858886" y="3727913"/>
            <a:ext cx="15714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i="1" dirty="0"/>
              <a:t>Start here</a:t>
            </a:r>
          </a:p>
          <a:p>
            <a:pPr marL="342900" indent="-342900">
              <a:buFont typeface="+mj-lt"/>
              <a:buAutoNum type="arabicPeriod"/>
            </a:pPr>
            <a:r>
              <a:rPr lang="en-US" i="1" dirty="0"/>
              <a:t>Maybe not</a:t>
            </a:r>
          </a:p>
          <a:p>
            <a:pPr marL="342900" indent="-342900">
              <a:buFont typeface="+mj-lt"/>
              <a:buAutoNum type="arabicPeriod"/>
            </a:pPr>
            <a:r>
              <a:rPr lang="en-US" i="1" dirty="0"/>
              <a:t>Lobster roll</a:t>
            </a:r>
          </a:p>
          <a:p>
            <a:pPr marL="342900" indent="-342900">
              <a:buFont typeface="+mj-lt"/>
              <a:buAutoNum type="arabicPeriod"/>
            </a:pPr>
            <a:r>
              <a:rPr lang="en-US" i="1" dirty="0"/>
              <a:t>C#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80B2B6-F341-0C49-93FE-106861E7AD43}"/>
              </a:ext>
            </a:extLst>
          </p:cNvPr>
          <p:cNvSpPr txBox="1"/>
          <p:nvPr/>
        </p:nvSpPr>
        <p:spPr>
          <a:xfrm>
            <a:off x="6150379" y="3795451"/>
            <a:ext cx="15445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Start 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Maybe 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Lobster roll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/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44191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Input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Slide</dc:title>
  <dc:creator>user</dc:creator>
  <cp:lastModifiedBy>user</cp:lastModifiedBy>
  <cp:revision>5</cp:revision>
  <dcterms:created xsi:type="dcterms:W3CDTF">2024-08-29T18:15:45Z</dcterms:created>
  <dcterms:modified xsi:type="dcterms:W3CDTF">2024-08-29T21:15:48Z</dcterms:modified>
</cp:coreProperties>
</file>